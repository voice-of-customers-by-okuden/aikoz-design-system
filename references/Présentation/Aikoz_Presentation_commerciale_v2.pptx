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3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3987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D7503366DE9B49961D5E788F09A8B8" ma:contentTypeVersion="19" ma:contentTypeDescription="Create a new document." ma:contentTypeScope="" ma:versionID="cd0c05a4dd02729e9233695bca246e85">
  <xsd:schema xmlns:xsd="http://www.w3.org/2001/XMLSchema" xmlns:xs="http://www.w3.org/2001/XMLSchema" xmlns:p="http://schemas.microsoft.com/office/2006/metadata/properties" xmlns:ns2="0bae8c09-9ee8-48ef-a3f4-a02fed32c638" xmlns:ns3="12549613-4b11-4beb-962f-b09f9ba7d2a4" targetNamespace="http://schemas.microsoft.com/office/2006/metadata/properties" ma:root="true" ma:fieldsID="d115a61e348f258519dab2f51c46d035" ns2:_="" ns3:_="">
    <xsd:import namespace="0bae8c09-9ee8-48ef-a3f4-a02fed32c638"/>
    <xsd:import namespace="12549613-4b11-4beb-962f-b09f9ba7d2a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TaxCatchAll" minOccurs="0"/>
                <xsd:element ref="ns3:MediaServiceDateTaken" minOccurs="0"/>
                <xsd:element ref="ns3:lcf76f155ced4ddcb4097134ff3c332f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e8c09-9ee8-48ef-a3f4-a02fed32c63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f85c227-1914-4c2c-90d9-d8b9a11a62eb}" ma:internalName="TaxCatchAll" ma:showField="CatchAllData" ma:web="0bae8c09-9ee8-48ef-a3f4-a02fed32c6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549613-4b11-4beb-962f-b09f9ba7d2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56116c8-2ef4-43f5-88c5-e6a60f2857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bae8c09-9ee8-48ef-a3f4-a02fed32c638" xsi:nil="true"/>
    <lcf76f155ced4ddcb4097134ff3c332f xmlns="12549613-4b11-4beb-962f-b09f9ba7d2a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F71AC99-8A2B-45B1-BEC5-1A6488301A71}"/>
</file>

<file path=customXml/itemProps2.xml><?xml version="1.0" encoding="utf-8"?>
<ds:datastoreItem xmlns:ds="http://schemas.openxmlformats.org/officeDocument/2006/customXml" ds:itemID="{C7F53985-2AD0-4610-A79E-EA204E76866C}"/>
</file>

<file path=customXml/itemProps3.xml><?xml version="1.0" encoding="utf-8"?>
<ds:datastoreItem xmlns:ds="http://schemas.openxmlformats.org/officeDocument/2006/customXml" ds:itemID="{972BD466-C37D-4564-96D5-63D32B1090C6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Macintosh PowerPoint</Application>
  <PresentationFormat>Custom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Pietro Fiani</cp:lastModifiedBy>
  <cp:revision>1</cp:revision>
  <dcterms:created xsi:type="dcterms:W3CDTF">2026-04-20T08:55:12Z</dcterms:created>
  <dcterms:modified xsi:type="dcterms:W3CDTF">2026-04-20T09:11:01Z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0x0101004DD7503366DE9B49961D5E788F09A8B8</vt:lpwstr>
  </property>
</Properties>
</file>