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9" d="100"/>
          <a:sy n="109" d="100"/>
        </p:scale>
        <p:origin x="226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41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Brand Voice &amp; Identité de marque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Brand Voice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&amp; Identité de marque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Pour validation Arnaud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Juin 2026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Agenda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63040" y="1234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11680" y="1234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LE PROBLÈME ET LA 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8013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8013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5070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VISION PRODUIT 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3682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3682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5070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DEUX CIBLES, DEUX PROPOSITIONS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9352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293522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5070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IDENTITÉ &amp; RÈGLES D'ÉCRITURE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502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35021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5070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EXEMPLES GÉNÉRÉS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069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6.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4069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5070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PROCHAINES ÉTAPES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Le problème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à résoudre</a:t>
            </a: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411480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Aujourd'hui,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chaque contenu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Aikoz dépend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d'Arnaud pour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exister.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2011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1.1 – Le problème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9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Trois raisons pour lesquelles le statu quo bloque la croissance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1051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83480" y="10881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Temps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554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Arnaud crée ET valide. Tout passe par lui. Le contenu est un goulot d'étranglement.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258568"/>
            <a:ext cx="4434840" cy="9144"/>
          </a:xfrm>
          <a:prstGeom prst="rect">
            <a:avLst/>
          </a:prstGeom>
          <a:solidFill>
            <a:srgbClr val="D8DEE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0" y="23134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83480" y="2350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Cohérence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8163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Sans règles documentées, chaque contributeur interprète la voix Aikoz à sa façon.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3520440"/>
            <a:ext cx="4434840" cy="9144"/>
          </a:xfrm>
          <a:prstGeom prst="rect">
            <a:avLst/>
          </a:prstGeom>
          <a:solidFill>
            <a:srgbClr val="D8DEE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389120" y="35753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83480" y="3611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Scalabilité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480" y="407822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LinkedIn, deck, landing — impossible à industrialiser sans Brand Brain commun.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Vision produit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2026</a:t>
            </a: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2.1 – Vision produit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9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Trois piliers propulsés par l'API Aikoz — moteur NLP propriétaire assurance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987552"/>
            <a:ext cx="2697480" cy="27432"/>
          </a:xfrm>
          <a:prstGeom prst="rect">
            <a:avLst/>
          </a:prstGeom>
          <a:solidFill>
            <a:srgbClr val="3B5D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84048" y="10789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B5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84048" y="181051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SaaS Visibilité locale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22860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B5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Dashboard · IA conv. · Automatisation posts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651760"/>
            <a:ext cx="2697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Plateforme générique et rebrandable par verticale. KPIs temps réel, benchmark 18+ marques, réponse aux avis guidée, assistant IA à signature relationnelle.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82696" y="987552"/>
            <a:ext cx="2697480" cy="27432"/>
          </a:xfrm>
          <a:prstGeom prst="rect">
            <a:avLst/>
          </a:prstGeom>
          <a:solidFill>
            <a:srgbClr val="70FF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82696" y="10789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82696" y="181051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Site web lead magnet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82696" y="22860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Vitrine · Classement agences · Prospection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82696" y="2651760"/>
            <a:ext cx="2697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Landing publique Aikoz. Classement des meilleures agences et marques par zone — premier aimant à leads entrants.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987552"/>
            <a:ext cx="2697480" cy="27432"/>
          </a:xfrm>
          <a:prstGeom prst="rect">
            <a:avLst/>
          </a:prstGeom>
          <a:solidFill>
            <a:srgbClr val="3B9DC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81344" y="107899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B9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181344" y="181051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API Aikoz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81344" y="22860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B9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Le moteur — NLP entraîné assurance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81344" y="2651760"/>
            <a:ext cx="2697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Taxonomie 5 dimensions. Score sentiment −1 à +1. API ouverte : CRM, BI, Power BI. Intégrable en marque blanche par verticale.</a:t>
            </a:r>
            <a:endParaRPr lang="en-US" sz="11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Deux cibles,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deux propositions</a:t>
            </a: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3.1 – Agents &amp; Courtiers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9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Une e-réputation maîtrisée génère directement du business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+25%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d'AN/an/Agence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3017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pour les agences avec une note Google supérieure à 4/5.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Et 12x plus de clics dans les pages de résultats.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Votre note Google,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c'est votre vitrine.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25146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BA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Aikoz vous dit exactement où vous perdez des étoiles — et comment les regagner. Benchmark vs 18 concurrents. Réponse aux avis en un clic. Labels Aikoz.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3.2 – COMEX &amp; Décideurs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9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Détecter avant que le problème ne soit visible dans les métriques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4–6</a:t>
            </a:r>
            <a:endParaRPr lang="en-US" sz="7200" dirty="0"/>
          </a:p>
          <a:p>
            <a:pPr marL="0" indent="0">
              <a:buNone/>
            </a:pPr>
            <a:r>
              <a:rPr lang="en-US" sz="72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semaines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" y="2606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d'avance sur votre NPS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3200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Les bruits bas dans vos verbatims précèdent le mouvement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de score. Aikoz les détecte avant que ça coûte cher.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577840" y="12801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Vous savez demain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ce que vos clients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pensent aujourd'hui.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77840" y="27889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BA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De la donnée brute à la décision — sans reporting intermédiaire. Verbatims, benchmark marché, signaux faibles unifiés.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Identité de marque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&amp; règles d'écriture</a:t>
            </a: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4.1 – L'identité Aikoz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9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Ce que nous sommes — et ce que nous ne sommes pas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WE 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4632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A5070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WE ARE NOT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18288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Direct et tranchant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46320" y="14447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7BA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Vague ou enrobé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1480" y="2066544"/>
            <a:ext cx="832104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21579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Expert qui guide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46320" y="21579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7BA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Donneur de leçons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1480" y="2779776"/>
            <a:ext cx="832104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Orienté résultats concrets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46320" y="28712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7BA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Théorique ou académique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1480" y="3493008"/>
            <a:ext cx="832104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11480" y="35844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Accessible aux décideurs non-tech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46320" y="35844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7BA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Jargon IA brut (LLM, RAG...)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11480" y="4206240"/>
            <a:ext cx="832104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42976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Centré client — "vous obtenez"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46320" y="42976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7BA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Centré produit — "nous faisons"</a:t>
            </a:r>
            <a:endParaRPr lang="en-US" sz="13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4.2 – Règles d'écriture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9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Les principes qui font qu'un contenu sonne Aikoz — ou pas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7A5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À FAIRE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987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1C1C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À ÉVITER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335024"/>
            <a:ext cx="3749040" cy="22860"/>
          </a:xfrm>
          <a:prstGeom prst="rect">
            <a:avLst/>
          </a:prstGeom>
          <a:solidFill>
            <a:srgbClr val="70FF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846320" y="1335024"/>
            <a:ext cx="3931920" cy="22860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3A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  Commencer par le problème terrain — jamais par "Aikoz est..."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✕  "Notre solution innovante..." → jamais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846320" y="2084832"/>
            <a:ext cx="3931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21762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3A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  Écrire "vous détectez" / "vous obtenez" / "vous anticipez"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1762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✕  Conditionnels mous : pourrait, permettrait...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846320" y="2798064"/>
            <a:ext cx="3931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3A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  Verbes forts : détecter, activer, transformer, anticiper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88950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✕  Jargon IA sans contexte (LLM, RAG, embedding)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511296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46320" y="3511296"/>
            <a:ext cx="3931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480" y="360273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3A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  Phrases courtes — 15 mots maximum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60273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✕  Listes sans idée directrice en chapeau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224528"/>
            <a:ext cx="37490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846320" y="4224528"/>
            <a:ext cx="39319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11480" y="431596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3A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  CTA concret et spécifique — jamais "en savoir plus"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315968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✕  "Nous faisons" → toujours "Vous obtenez"</a:t>
            </a: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Exemples générés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par le Brand Brain</a:t>
            </a: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5.1 – Post LinkedIn · Cible COMEX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9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Sujet : les assureurs qui attendent le NPS arrivent toujours trop tard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Quand votre NPS baisse, le client est déjà parti.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En assurance, le churn silencieux ne s'annonce pas. Pas de réclamation. Juste un renouvellement qui ne vient pas.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Les vrais signaux sont dans les verbatims. Ces bruits bas précèdent le mouvement du score de 4 à 6 semaines.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→ "De toute façon" = client parti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→ Ton factuel → émotionnel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→ Contacts ↑ sans achat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Le NPS est un thermomètre. Aikoz, c'est l'IRM.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0A11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76072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Analyse Brand Voice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914400"/>
            <a:ext cx="3108960" cy="18288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760720" y="102412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078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Accroche problème terrain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0" y="1627632"/>
            <a:ext cx="310896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760720" y="180136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1856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Zéro jargon 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2404872"/>
            <a:ext cx="310896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760720" y="25786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633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Centré "vous"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60720" y="3182112"/>
            <a:ext cx="310896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760720" y="335584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34107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Métaphore mémorable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760720" y="3959352"/>
            <a:ext cx="310896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760720" y="413308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BBF2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4187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Chiffres à sourcer</a:t>
            </a:r>
            <a:endParaRPr lang="en-US" sz="12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0FFD4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5.2 – Post LinkedIn · Cible Agents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9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Sujet : votre note Google est votre première impression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73% des gens vérifient les avis avant d'appeler une agence.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Pas votre vitrine. Pas votre site. Vos avis Google.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Ce que j'observe sur le terrain 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→ Les agences à 4,2 étoiles perdent des RDV au profit de celles à 4,7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→ Un avis sans réponse = signal d'indifférence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→ 3 réponses de qualité / semaine : +0,5 point en 90 jours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Votre note, c'est votre réputation en chiffre.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Aikoz vous dit exactement où agir — et comment.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0A11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760720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Analyse Brand Voice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914400"/>
            <a:ext cx="3108960" cy="18288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760720" y="102412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1078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Chiffre terrain en ouverture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0720" y="1627632"/>
            <a:ext cx="310896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760720" y="180136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1856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Direct, pas condescendant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2404872"/>
            <a:ext cx="310896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760720" y="257860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7920" y="2633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Bénéfice concret et mesurable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60720" y="3182112"/>
            <a:ext cx="310896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760720" y="335584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DFFD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34107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CTA implicite fort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760720" y="3959352"/>
            <a:ext cx="310896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760720" y="413308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BBF2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41879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% à sourcer</a:t>
            </a:r>
            <a:endParaRPr lang="en-US" sz="12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Prochaines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étapes</a:t>
            </a: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6.1 – Prochaines étapes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9DCE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Juin — Juillet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24128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06070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Session validation Arnaud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4813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BA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Trancher les 5 questions ouvertes — 30 min. Ce deck est le support de travail.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938528"/>
            <a:ext cx="832104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0FFD4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202996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Corpus d'exemples de référence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45059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BA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3 à 5 contenus qu'Arnaud juge "parfaits" → intégrés comme référence absolue du Brand Brain.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907792"/>
            <a:ext cx="832104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2962656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A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29992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Charte .md livrée — Juillet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41985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BA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DA visuelle + tone of voice + règles par format. Débloque Louis sur la landing.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877056"/>
            <a:ext cx="8321040" cy="9144"/>
          </a:xfrm>
          <a:prstGeom prst="rect">
            <a:avLst/>
          </a:prstGeom>
          <a:solidFill>
            <a:srgbClr val="1A2A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11480" y="39319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A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96849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Automatisation LinkedIn — 2/semaine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3891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BA8"/>
                </a:solidFill>
                <a:latin typeface="PP Radio Grotesk" pitchFamily="34" charset="0"/>
                <a:ea typeface="PP Radio Grotesk" pitchFamily="34" charset="-122"/>
                <a:cs typeface="PP Radio Grotesk" pitchFamily="34" charset="-120"/>
              </a:rPr>
              <a:t>Skill Claude + données scrappées. Alice, Louis &amp; Tommy. Objectif : zéro réécriture Arnaud.</a:t>
            </a:r>
            <a:endParaRPr lang="en-US" sz="12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26280"/>
            <a:ext cx="1005840" cy="338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1005</Words>
  <Application>Microsoft Macintosh PowerPoint</Application>
  <PresentationFormat>Affichage à l'écran (16:9)</PresentationFormat>
  <Paragraphs>193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PP Radio Grotesk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Aikoz Brand Voice V4</dc:title>
  <dc:subject>PptxGenJS Presentation</dc:subject>
  <dc:creator>PptxGenJS</dc:creator>
  <cp:lastModifiedBy>Alice Maréchaud</cp:lastModifiedBy>
  <cp:revision>1</cp:revision>
  <dcterms:created xsi:type="dcterms:W3CDTF">2026-06-18T08:57:40Z</dcterms:created>
  <dcterms:modified xsi:type="dcterms:W3CDTF">2026-06-19T07:38:54Z</dcterms:modified>
</cp:coreProperties>
</file>